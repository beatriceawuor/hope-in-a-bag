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A2C"/>
    <a:srgbClr val="8FC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548A2C"/>
          </a:solidFill>
        </p:spPr>
        <p:txBody>
          <a:bodyPr/>
          <a:lstStyle/>
          <a:p>
            <a:r>
              <a:rPr lang="en-US" sz="6600" b="1" dirty="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HOPE IN A BAG</a:t>
            </a:r>
            <a:r>
              <a:rPr lang="en-US" b="1" dirty="0">
                <a:solidFill>
                  <a:schemeClr val="bg1"/>
                </a:solidFill>
              </a:rPr>
              <a:t>!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10915"/>
            <a:ext cx="9144000" cy="1746885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>
                <a:cs typeface="+mn-lt"/>
              </a:rPr>
              <a:t>ONE CHILD, ONE TEACHER,ONE PEN, ONE BOOK CAN CHANGE THE WORLD.</a:t>
            </a:r>
            <a:endParaRPr lang="en-US"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39180" y="-57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p>
            <a:r>
              <a:rPr lang="en-US" altLang="en-GB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Aims</a:t>
            </a:r>
            <a:endParaRPr lang="en-US" altLang="en-GB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p>
            <a:r>
              <a:rPr lang="en-US" altLang="en-GB" i="1"/>
              <a:t>Support access to education</a:t>
            </a:r>
            <a:endParaRPr lang="en-US" altLang="en-GB" i="1"/>
          </a:p>
          <a:p>
            <a:r>
              <a:rPr lang="en-US" altLang="en-GB" i="1"/>
              <a:t>Provide basic needs.</a:t>
            </a:r>
            <a:endParaRPr lang="en-US" altLang="en-GB" i="1"/>
          </a:p>
          <a:p>
            <a:r>
              <a:rPr lang="en-US" altLang="en-GB" i="1"/>
              <a:t>Involve the public in care</a:t>
            </a:r>
            <a:endParaRPr lang="en-US" altLang="en-GB" i="1"/>
          </a:p>
          <a:p>
            <a:r>
              <a:rPr lang="en-US" altLang="en-GB" i="1"/>
              <a:t>Gives mentorship to the children hence give hopes to them</a:t>
            </a:r>
            <a:endParaRPr lang="en-US" altLang="en-GB" i="1"/>
          </a:p>
          <a:p>
            <a:r>
              <a:rPr lang="en-US" altLang="en-GB" i="1"/>
              <a:t>Makes them feel same as others since they have what others have</a:t>
            </a:r>
            <a:endParaRPr lang="en-US" altLang="en-GB" i="1"/>
          </a:p>
          <a:p>
            <a:r>
              <a:rPr lang="en-US" altLang="en-GB" i="1"/>
              <a:t>Brings about skills since they are trained through fun activities that teach</a:t>
            </a:r>
            <a:endParaRPr lang="en-US" altLang="en-GB" i="1"/>
          </a:p>
          <a:p>
            <a:r>
              <a:rPr lang="en-US" altLang="en-GB" i="1"/>
              <a:t>They get to meet different motivational speakers</a:t>
            </a:r>
            <a:endParaRPr lang="en-US" altLang="en-GB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Gallery</a:t>
            </a:r>
            <a:endParaRPr lang="en-US" altLang="en-GB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6" name="Content Placeholder 15" descr="WhatsApp Image 2024-10-19 at 21.43.38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8375" y="1892935"/>
            <a:ext cx="2756535" cy="46602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p>
            <a:r>
              <a:rPr lang="en-US" altLang="en-GB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Contact</a:t>
            </a:r>
            <a:endParaRPr lang="en-US" altLang="en-GB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p>
            <a:r>
              <a:rPr lang="en-US" altLang="en-GB"/>
              <a:t>Name</a:t>
            </a:r>
            <a:r>
              <a:rPr lang="en-US" altLang="en-GB">
                <a:solidFill>
                  <a:srgbClr val="FF0000"/>
                </a:solidFill>
              </a:rPr>
              <a:t>*</a:t>
            </a:r>
            <a:r>
              <a:rPr lang="en-US" altLang="en-GB"/>
              <a:t> :</a:t>
            </a:r>
            <a:endParaRPr lang="en-US" altLang="en-GB"/>
          </a:p>
          <a:p>
            <a:r>
              <a:rPr lang="en-US" altLang="en-GB"/>
              <a:t>Email</a:t>
            </a:r>
            <a:r>
              <a:rPr lang="en-US" altLang="en-GB">
                <a:solidFill>
                  <a:srgbClr val="FF0000"/>
                </a:solidFill>
              </a:rPr>
              <a:t>*</a:t>
            </a:r>
            <a:r>
              <a:rPr lang="en-US" altLang="en-GB"/>
              <a:t> :</a:t>
            </a:r>
            <a:endParaRPr lang="en-US" altLang="en-GB"/>
          </a:p>
          <a:p>
            <a:r>
              <a:rPr lang="en-US" altLang="en-GB"/>
              <a:t>Phone</a:t>
            </a:r>
            <a:r>
              <a:rPr lang="en-US" altLang="en-GB">
                <a:solidFill>
                  <a:srgbClr val="FF0000"/>
                </a:solidFill>
              </a:rPr>
              <a:t>*</a:t>
            </a:r>
            <a:r>
              <a:rPr lang="en-US" altLang="en-GB"/>
              <a:t> :</a:t>
            </a:r>
            <a:endParaRPr lang="en-US" altLang="en-GB"/>
          </a:p>
          <a:p>
            <a:r>
              <a:rPr lang="en-US" altLang="en-GB"/>
              <a:t>Message</a:t>
            </a:r>
            <a:r>
              <a:rPr lang="en-US" altLang="en-GB">
                <a:solidFill>
                  <a:srgbClr val="FF0000"/>
                </a:solidFill>
              </a:rPr>
              <a:t>*</a:t>
            </a:r>
            <a:r>
              <a:rPr lang="en-US" altLang="en-GB"/>
              <a:t> :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WPS Presentation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Algerian</vt:lpstr>
      <vt:lpstr>Agency FB</vt:lpstr>
      <vt:lpstr>Arial Black</vt:lpstr>
      <vt:lpstr>Arial Narrow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Beatrice Otieno</cp:lastModifiedBy>
  <cp:revision>3</cp:revision>
  <dcterms:created xsi:type="dcterms:W3CDTF">2025-07-23T00:59:00Z</dcterms:created>
  <dcterms:modified xsi:type="dcterms:W3CDTF">2025-09-16T16:22:50Z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E66BF832D52D4E2199623947F3FC8DA9_11</vt:lpwstr>
  </property>
  <property fmtid="{D5CDD505-2E9C-101B-9397-08002B2CF9AE}" pid="3" name="KSOProductBuildVer">
    <vt:lpwstr>2057-12.2.0.22549</vt:lpwstr>
  </property>
</Properties>
</file>